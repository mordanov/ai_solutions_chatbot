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FFFFFF"/>
                </a:solidFill>
              </a:rPr>
              <a:t>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CityPark Intelligent Parking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3258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0C8E0"/>
                </a:solidFill>
              </a:rPr>
              <a:t>Stages 1–3 — RAG Foundation · Reservation · Human-in-the-Loop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Overview  ·  Architecture  ·  RAG  ·  Guard Rails  ·  Reservation  ·  HITL Approval  · 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8E0"/>
                </a:solidFill>
              </a:rPr>
              <a:t>Built with Python 3.13  ·  LangChain  ·  LangGraph  ·  Milvus  ·  PostgreSQL  ·  FastAPI  ·  Streamlit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A0C0"/>
                </a:solidFill>
              </a:rPr>
              <a:t>2026-08-11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0"/>
                </a:solidFill>
              </a:rPr>
              <a:t>What was built and 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</a:rPr>
              <a:t>❌ 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64792"/>
            <a:ext cx="512064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Customers ring the facility for basic info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Staff answer repetitive questions about prices, hours, availability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Reservation process is manual and error-prone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No 24/7 self-service channel exists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417320"/>
            <a:ext cx="5943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4173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</a:rPr>
              <a:t>✅ 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764792"/>
            <a:ext cx="566928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LLM-powered chatbot with RAG over parking knowledge base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Static Q&amp;A: general info, location, rules, booking process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Dynamic data: live prices, hours, availability from PostgreSQL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Reservation collection via LangGraph sub-workflow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Two-layer guard-rails (blocklist + Presidio PII)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931920"/>
            <a:ext cx="283464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9593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US1 — Ask a Parking Question  [P1 MVP]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343400"/>
            <a:ext cx="28346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3552" y="3931920"/>
            <a:ext cx="2834640" cy="4114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4992" y="39593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US2 — Get Prices / Hours / Availability  [P1 MVP]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3552" y="4343400"/>
            <a:ext cx="28346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2784" y="3931920"/>
            <a:ext cx="2834640" cy="4114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39593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US3 — Make a Reservation  [P2]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2784" y="4343400"/>
            <a:ext cx="28346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72016" y="3931920"/>
            <a:ext cx="283464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3456" y="39593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US4 — Guard Rails &amp; Safety  [P1 MVP]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72016" y="4343400"/>
            <a:ext cx="28346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Delivery scope: 4 user stories · 26 unit tests · CI on GitHub Actions · Docker Compose full-stack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0"/>
                </a:solidFill>
              </a:rPr>
              <a:t>Component overview and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2286000" cy="5029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813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User  (Browser)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0280"/>
            <a:ext cx="2286000" cy="5029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2585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Streamlit UI :8501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7320" y="1965960"/>
            <a:ext cx="0" cy="9144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17320" y="2103120"/>
            <a:ext cx="0" cy="9144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926080" y="2240280"/>
            <a:ext cx="2560320" cy="5029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240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FastAPI  :8000
/chat  /health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0320" y="2487168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852160" y="1645920"/>
            <a:ext cx="32004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16642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376C"/>
                </a:solidFill>
              </a:rPr>
              <a:t>LangGraph Workflow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645920"/>
            <a:ext cx="3200400" cy="38404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16642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LangGraph Workflow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148840"/>
            <a:ext cx="292608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2185416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route_intent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2615184"/>
            <a:ext cx="292608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265176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retrieve_and_generate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3081528"/>
            <a:ext cx="292608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118104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dynamic_data_node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3547872"/>
            <a:ext cx="292608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58444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reservation_collector_node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4014216"/>
            <a:ext cx="292608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4050792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reservation_validator_node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4480560"/>
            <a:ext cx="292608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4517136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guard_rails_node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4946904"/>
            <a:ext cx="292608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498348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respond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0" y="2487168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418320" y="1828800"/>
            <a:ext cx="2468880" cy="7772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190195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OpenAI
GPT-4o + embeddings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052560" y="2212848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418320" y="2926080"/>
            <a:ext cx="2468880" cy="77724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299923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Milvus
Vector DB :19530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052560" y="3310128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9418320" y="4023360"/>
            <a:ext cx="2468880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0" y="409651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PostgreSQL
Relational :5432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052560" y="4407408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418320" y="5120640"/>
            <a:ext cx="2468880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519379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Presidio
PII Guard Rails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052560" y="5504688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Docker Compose: etcd · minio · milvus · postgres · api · ui — all health-checked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RAG Pipeline — 8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0"/>
                </a:solidFill>
              </a:rPr>
              <a:t>From Markdown documents to grounded LLM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54480"/>
            <a:ext cx="1298448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600200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  Ingest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965960"/>
            <a:ext cx="129844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011680"/>
            <a:ext cx="1207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DirectoryLoader
Markdown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103120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1554480"/>
            <a:ext cx="1298448" cy="4114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1600200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  Chunk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965960"/>
            <a:ext cx="129844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2011680"/>
            <a:ext cx="1207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512 tokens
50-token overlap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2103120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1554480"/>
            <a:ext cx="1298448" cy="4114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1600200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  Embed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800" y="1965960"/>
            <a:ext cx="129844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2011680"/>
            <a:ext cx="1207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text-embedding-3-small
1536-dim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2103120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1554480"/>
            <a:ext cx="1298448" cy="4114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1600200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  Store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1965960"/>
            <a:ext cx="129844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2011680"/>
            <a:ext cx="1207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Milvus
Cosine IVF_FLAT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41848" y="2103120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1554480"/>
            <a:ext cx="1298448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0" y="1600200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5  Retrieve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1965960"/>
            <a:ext cx="129844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2011680"/>
            <a:ext cx="1207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top-k = 5
Cosine similarity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3448" y="2103120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86600" y="1554480"/>
            <a:ext cx="1298448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86600" y="1600200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6  Context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1965960"/>
            <a:ext cx="129844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2011680"/>
            <a:ext cx="1207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Concatenate
chunk content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8" y="2103120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58200" y="1554480"/>
            <a:ext cx="1298448" cy="4114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1600200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7  Generate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1965960"/>
            <a:ext cx="129844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2011680"/>
            <a:ext cx="1207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GPT-4o
grounded prompt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6648" y="2103120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29800" y="1554480"/>
            <a:ext cx="1298448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29800" y="1600200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8  Filter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29800" y="1965960"/>
            <a:ext cx="129844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20" y="2011680"/>
            <a:ext cx="1207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Blocklist +
Presidio PII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3108960"/>
            <a:ext cx="5029200" cy="3200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313639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76C"/>
                </a:solidFill>
              </a:rPr>
              <a:t>▶  OFFLINE  (ingest.py)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49240" y="3108960"/>
            <a:ext cx="65836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40680" y="3136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</a:rPr>
              <a:t>▶  ONLINE  (per request)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611880"/>
            <a:ext cx="11704320" cy="100584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8328" y="3685032"/>
            <a:ext cx="11484864" cy="859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BB2BF"/>
                </a:solidFill>
                <a:latin typeface="Courier New"/>
              </a:rPr>
              <a:t># ingest.py (offline — runs once at container startup)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docs  = DirectoryLoader(data_dir, glob='**/*.md').load()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chunks = splitter.split_documents(docs)            # 15 chunks from 4 files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embeds = embedder.embed_documents([c.page_content for c in chunks])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store.add_documents(chunks, embeds)                # → Milvus IVF_FLAT index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" y="4754880"/>
            <a:ext cx="11704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15 chunks indexed from 4 knowledge-base files (general · location · rules · booking)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Fallback message returned when retrieval finds no relevant context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ingest.py drops and re-creates the collection — fully idempotent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LangGraph Stateful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0"/>
                </a:solidFill>
              </a:rPr>
              <a:t>Intent routing and response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194560"/>
            <a:ext cx="1097280" cy="4572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240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START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71600" y="2423160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645920" y="2194560"/>
            <a:ext cx="1737360" cy="5029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240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route_intent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3280" y="2423160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520440" y="21488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7C00"/>
                </a:solidFill>
              </a:rPr>
              <a:t>intent?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928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info_query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75688"/>
            <a:ext cx="2651760" cy="5029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1214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retrieve_and_generate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40880" y="2322576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269480" y="2075688"/>
            <a:ext cx="201168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21214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guard_rails_node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81160" y="2322576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509760" y="2075688"/>
            <a:ext cx="1737360" cy="50292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21214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respond → 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0358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pricing/hours/
availability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3218688"/>
            <a:ext cx="2651760" cy="5029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2644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dynamic_data_node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40880" y="3465576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269480" y="3218688"/>
            <a:ext cx="201168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32644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guard_rails_node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81160" y="3465576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509760" y="3218688"/>
            <a:ext cx="1737360" cy="50292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32644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respond → 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224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reservation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4407408"/>
            <a:ext cx="265176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445312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reservation_collector →
reservation_validator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040880" y="4654296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269480" y="4407408"/>
            <a:ext cx="201168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44531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guard_rails_node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81160" y="4654296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09760" y="4407408"/>
            <a:ext cx="1737360" cy="50292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0" y="445312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respond → 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51389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out_of_scope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5321808"/>
            <a:ext cx="2651760" cy="50292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536752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out_of_scope_node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040880" y="5568696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7269480" y="5321808"/>
            <a:ext cx="201168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9480" y="53675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guard_rails_node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81160" y="5568696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9509760" y="5321808"/>
            <a:ext cx="1737360" cy="50292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60" y="536752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respond → END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029200"/>
            <a:ext cx="116128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50749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ConversationState  (Pydantic model — LangGraph state)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544068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session_id: str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messages: list[BaseMessage]  ← add_messages reducer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intent: str | None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retrieved_chunks: list[Document]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544068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reservation: ReservationData | None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response_draft: str | None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response_final: str | None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error: str | None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Guard-Rails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0"/>
                </a:solidFill>
              </a:rPr>
              <a:t>Two-layer safety filter on every bot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54864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48640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356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Layer 1 — RuleBlocklist  (regex)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2024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API keys:  /sk-[A-Za-z0-9]{20,}/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JWT tokens:  /eyJ[A-Za-z0-9_-]+\.[A-Za-z0-9_-]+/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Prompt injection probes:  'ignore previous', 'disregard instructions'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Any match → response replaced with privacy disclaimer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Zero external dependencies — pure Python regex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6692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669280" cy="4114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35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Layer 2 — Presidio PII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Entities: PERSON, LOCATION, PHONE_NUMBER, EMAIL_ADDRESS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Entities: CREDIT_CARD, IBAN_CODE, IP_ADDRESS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Custom regex: licence plates  /\b[A-Z]{2,3}[-\s]?\d{2,4}…\b/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Powered by Microsoft Presidio + spaCy en_core_web_lg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Gracefully disabled if Presidio unavailable (logs warning)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754880"/>
            <a:ext cx="11612880" cy="548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</a:rPr>
              <a:t>⚡  Exception: Reservation confirmations (status = 'submitted') skip PII scanning because they legitimately echo the user's own data 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44444"/>
                </a:solidFill>
              </a:rPr>
              <a:t>response_draft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86000" y="5669280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514600" y="5440680"/>
            <a:ext cx="182880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486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RuleBlocklist
.check(draft)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43400" y="5669280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572000" y="5440680"/>
            <a:ext cx="182880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5486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PiiScanner
.scan(draft)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0" y="5669280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629400" y="5440680"/>
            <a:ext cx="1188720" cy="50292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54864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match?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18120" y="5669280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046720" y="5440680"/>
            <a:ext cx="155448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54864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Privacy
disclaimer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6172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32"/>
                </a:solidFill>
              </a:rPr>
              <a:t>clean 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6126480"/>
            <a:ext cx="173736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61722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response_final
= draft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Reservation Workflow (US3)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0"/>
                </a:solidFill>
              </a:rPr>
              <a:t>Multi-turn field collection via LangGraph sub-workflow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2286000" cy="5943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00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 message
(reservation intent)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1847088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788920" y="1554480"/>
            <a:ext cx="2286000" cy="59436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600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reservation_collector
_node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74920" y="1847088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303520" y="1554480"/>
            <a:ext cx="2286000" cy="59436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600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reservation_validator
_node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0" y="1847088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35240" y="1600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7C00"/>
                </a:solidFill>
              </a:rPr>
              <a:t>valid?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1554480"/>
            <a:ext cx="210312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600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guard_rails_node
→ respond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286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62828"/>
                </a:solidFill>
              </a:rPr>
              <a:t>❌ missing / invalid → ask for next field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2402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D32"/>
                </a:solidFill>
              </a:rPr>
              <a:t>✅ all fields valid → status = 'submitted' → confirmation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743200"/>
            <a:ext cx="502920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788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Required fields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20040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first_name  — presence check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surname     — presence check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license_plate — regex: ^[A-Z0-9]{2,10}$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start_datetime — DD.MM.YYYY HH:MM  |  DD/MM/YYYY HH:MM  |  YYYY-MM-DD HH:MM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end_datetime  — same formats  +  end &gt; start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2743200"/>
            <a:ext cx="621792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27889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LLM JSON extraction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3200400"/>
            <a:ext cx="6035040" cy="265176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70448" y="3273552"/>
            <a:ext cx="5815584" cy="2505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BB2BF"/>
                </a:solidFill>
                <a:latin typeface="Courier New"/>
              </a:rPr>
              <a:t># GPT-4o extracts fields from natural language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{"first_name": "Aleksandr",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 "surname": "Mordanov",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 "license_plate": "1672MNP",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 "start_datetime": "12.08.2026 12:00",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 "end_datetime": "13.08.2026 12:00"}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# Code-fence stripping ensures robust JSON parse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# setattr() merges into existing ReservationData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Evaluation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0"/>
                </a:solidFill>
              </a:rPr>
              <a:t>Retrieval quality measurement with Recall@5 and Precision@5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5120640" cy="2011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901952"/>
            <a:ext cx="4901184" cy="1865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BB2BF"/>
                </a:solidFill>
                <a:latin typeface="Courier New"/>
              </a:rPr>
              <a:t>Recall@5     = |relevant ∩ retrieved_top5| / |relevant|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Precision@5  = |relevant ∩ retrieved_top5| / 5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EvaluationReport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  .mean_recall     # avg Recall@5 across all questions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  .mean_precision  # avg Precision@5 across all questions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  .pass_rate       # fraction with recall == 1.0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60350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4630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Evaluation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28800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22 question–answer pairs in eval/questions.json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Categories: info_query · pricing · hours · availability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5–6 questions per category for balanced coverage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Run: python scripts/evaluate.py → timestamped JSON report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Note: relevant_chunk_ids need back-fill after ingest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       for Recall/Precision to reflect real retrieval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160520"/>
            <a:ext cx="1161288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1879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1879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1879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1879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Example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572000"/>
            <a:ext cx="11612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6177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info_query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6177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6177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Location, facilities, rules, policies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6177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Where is the parking located?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29200"/>
            <a:ext cx="1161288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0749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pricing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0749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0749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Hourly / daily / monthly / overnight rates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50749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What is the daily parking rate?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486400"/>
            <a:ext cx="11612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5321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hours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5321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5321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Opening times by day of week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55321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What time does the parking open on Sunday?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943600"/>
            <a:ext cx="1161288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9893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availability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59893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9893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Free spaces, total capacity, reserved count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59893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How many spaces are currently available?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Live Demo — Streamlit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0"/>
                </a:solidFill>
              </a:rPr>
              <a:t>Running at http://localhost:8501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5669280" cy="4297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090A0"/>
                </a:solidFill>
              </a:rPr>
              <a:t>🖥  Screenshot placeholder
Streamlit UI at http://localhost:8501
Replace with actual screenshot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66928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Sample interactions (verified working)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965960"/>
            <a:ext cx="539496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0025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376C"/>
                </a:solidFill>
              </a:rPr>
              <a:t>👤  What are the parking rates?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441448"/>
            <a:ext cx="539496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4780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7D32"/>
                </a:solidFill>
              </a:rPr>
              <a:t>🤖  Hourly: 2.50 EUR · Daily: 15.00 EUR
Monthly: 120.00 EUR · Overnight: 8.00 EUR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916936"/>
            <a:ext cx="539496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9535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376C"/>
                </a:solidFill>
              </a:rPr>
              <a:t>👤  What time do you open on Sunday?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392424"/>
            <a:ext cx="539496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429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7D32"/>
                </a:solidFill>
              </a:rPr>
              <a:t>🤖  Sunday hours: 08:00 – 20:00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867912"/>
            <a:ext cx="539496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9044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376C"/>
                </a:solidFill>
              </a:rPr>
              <a:t>👤  First name: Aleksandr  Surname: Mordanov
Licence plate: 1672MNP
Start: 12.08.2026 12:00  End: 13.08.2026 12:00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343400"/>
            <a:ext cx="539496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37997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7D32"/>
                </a:solidFill>
              </a:rPr>
              <a:t>🤖  ✅ Reservation submitted!
Name: Aleksandr Mordanov · Plate: 1672MNP
From: 12.08.2026 12:00 to 13.08.2026 12:00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8978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UI features: session UUID · spinner · error banner · message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Technical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0"/>
                </a:solidFill>
              </a:rPr>
              <a:t>Design choices that shaped the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74903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3749039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99616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Lazy pymilvus imports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56232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Context: MilvusVectorStore methods import pymilvus inside the method body, not at module level.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13432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A87"/>
                </a:solidFill>
              </a:rPr>
              <a:t>✓ All 26 unit tests run without Milvus installed — CI stays fast and cheap.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1103" y="1463040"/>
            <a:ext cx="374903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1103" y="1463040"/>
            <a:ext cx="3749039" cy="34747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543" y="1499616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VectorStorePort ABC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3" y="1856232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Context: MilvusVectorStore implements a minimal ABC interface (add_documents, similarity_search, drop_collection).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3" y="2313432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76C"/>
                </a:solidFill>
              </a:rPr>
              <a:t>✓ Swapping to Pinecone or Weaviate is a single-file change with zero impact on nodes or tests.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6" y="1463040"/>
            <a:ext cx="374903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6" y="1463040"/>
            <a:ext cx="3749039" cy="3474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6" y="1499616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Pydantic Settings singleton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6" y="1856232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Context: A module-level `settings` singleton reads all config from .env at import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6" y="2313432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7C00"/>
                </a:solidFill>
              </a:rPr>
              <a:t>✓ Eliminates scattered os.environ reads; wrong config fails loudly at startup.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71800"/>
            <a:ext cx="374903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971800"/>
            <a:ext cx="3749039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008376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pymilvus 2.5.x upgrade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364992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Context: pymilvus 2.4.x imports pkg_resources (setuptools), absent in python:3.13-slim.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822192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✓ 2.5.x uses importlib.metadata — no setuptools dependency, Python 3.13 compatible.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61103" y="2971800"/>
            <a:ext cx="374903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61103" y="2971800"/>
            <a:ext cx="3749039" cy="34747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52543" y="3008376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Guard-rails as a graph node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2543" y="3364992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Context: guard_rails_node is an explicit node that all generation paths route through.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2543" y="3822192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</a:rPr>
              <a:t>✓ New generation nodes automatically get filtered without touching guard-rails code.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47886" y="2971800"/>
            <a:ext cx="374903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47886" y="2971800"/>
            <a:ext cx="3749039" cy="34747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9326" y="3008376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LangGraph → dict 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6" y="3364992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Context: compiled_graph.invoke() returns AddableValuesDict, not the Pydantic state model.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6" y="3822192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4444"/>
                </a:solidFill>
              </a:rPr>
              <a:t>✓ API uses .get() instead of attribute access — forward-compatible with LangGraph updates.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Tests &amp; 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0"/>
                </a:solidFill>
              </a:rPr>
              <a:t>26 unit tests · GitHub Actions · Python 3.13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6858000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44475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44475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What's covered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83080"/>
            <a:ext cx="6858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81051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test_config.py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81051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81051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Settings load, missing key raises, defaults apply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85416"/>
            <a:ext cx="6858000" cy="402336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21284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test_rag_pipeline.py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21284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21284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Context format, fallback, LLM mock, chain 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87752"/>
            <a:ext cx="6858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61518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test_retriever.py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61518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61518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Top-k filter, empty results, score threshold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990088"/>
            <a:ext cx="6858000" cy="402336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01752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test_guard_rails.py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01752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01752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Blocklist regex, PII entities, clean text passes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392424"/>
            <a:ext cx="6858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41985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test_validator.py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341985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41985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Required fields, plate format, date parse, end &gt; start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794760"/>
            <a:ext cx="6858000" cy="402336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8221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test_evaluation.py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38221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38221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Recall@5, Precision@5 pure-function correctness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1417320"/>
            <a:ext cx="44805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14630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GitHub Actions CI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79" y="1874519"/>
            <a:ext cx="4297680" cy="3840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07807" y="1947671"/>
            <a:ext cx="4078224" cy="3694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BB2BF"/>
                </a:solidFill>
                <a:latin typeface="Courier New"/>
              </a:rPr>
              <a:t>on: push (main) · pull_request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jobs: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  lint: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    ruff check src/ tests/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    ruff format --check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  test: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    python-version: '3.13'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    pip install -r requirements-dev.txt -e .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    pytest tests/unit/ -v --tb=short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  # integration tests: local-only (Docker required)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343400"/>
            <a:ext cx="685800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389120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</a:rPr>
              <a:t>✅  pytest tests/unit/  →  26 passed  (0.8 s, no external services)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49834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pythonpath = ["src"] in pyproject.toml — no PYTHONPATH hacks needed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Stage 3 — Human-in-the-Loop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0"/>
                </a:solidFill>
              </a:rPr>
              <a:t>Admin email notification + approve/reject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128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When reservation validated: approval_request_node sends SMTP email to admin with reservation details and curl commands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Status transitions: draft → submitted → pending_approval → approved | rejected | expired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pending_check_node fires first on every user message — polls in-process PendingStore for admin decision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Free interaction continues while reservation is pending: LangGraph routes to normal flow if no decision yet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26080"/>
            <a:ext cx="1097280" cy="4572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971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START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71600" y="3154680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600200" y="2926080"/>
            <a:ext cx="173736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971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pending_check
_node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3154680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83280" y="2880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7C00"/>
                </a:solidFill>
              </a:rPr>
              <a:t>pending?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926080"/>
            <a:ext cx="1920240" cy="4572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971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route_intent
(normal flow)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45643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62828"/>
                </a:solidFill>
              </a:rPr>
              <a:t>decision/expired 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3749039"/>
            <a:ext cx="173736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79475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guard_rails_node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37560" y="3977639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566160" y="3749039"/>
            <a:ext cx="1737360" cy="4572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379475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respond → 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880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← all fields complete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6080"/>
            <a:ext cx="1920240" cy="4572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2971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reservation
validator_node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78240" y="3154680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06840" y="2926080"/>
            <a:ext cx="192024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2971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approval_request
_node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927080" y="3154680"/>
            <a:ext cx="22860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0972800" y="2926080"/>
            <a:ext cx="9144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0" y="2971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guard_rails
→ respond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572000"/>
            <a:ext cx="1161288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5994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Reservation Status Lifecycle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029200"/>
            <a:ext cx="2148840" cy="4572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04748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draft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23160" y="5047488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32888" y="5029200"/>
            <a:ext cx="2148840" cy="4572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32888" y="504748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submitted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1728" y="5047488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91456" y="5029200"/>
            <a:ext cx="214884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91456" y="504748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pending_approval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0296" y="5047488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50024" y="5029200"/>
            <a:ext cx="214884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50024" y="504748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approved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8864" y="5047488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08592" y="5029200"/>
            <a:ext cx="2148840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08592" y="504748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rejected / expired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566928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PendingStore: module-level dict (session_id→request_id, request_id→ApprovalRequest)  ·  Lazy timeout checked per user message  ·  smtplib (stdlib, sync)  ·  MailHog for dev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6080760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" y="6126480"/>
            <a:ext cx="11521440" cy="475488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9768" y="6199632"/>
            <a:ext cx="1130198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BB2BF"/>
                </a:solidFill>
                <a:latin typeface="Courier New"/>
              </a:rPr>
              <a:t>POST /admin/reservation/{request_id}/approve          → 204 (or 401 / 404 / 409)</a:t>
            </a:r>
          </a:p>
          <a:p>
            <a:r>
              <a:rPr sz="1000">
                <a:solidFill>
                  <a:srgbClr val="ABB2BF"/>
                </a:solidFill>
                <a:latin typeface="Courier New"/>
              </a:rPr>
              <a:t>POST /admin/reservation/{request_id}/reject  {reason}  → 204 (or 401 / 404 / 409)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Stage 3 — Demo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0"/>
                </a:solidFill>
              </a:rPr>
              <a:t>End-to-end: submit → email → approve → notified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274320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743200" cy="4114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447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  Submit reservation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User provides all reservation fields in chat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approval_request_node creates ApprovalRequest (UUID)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SMTP email sent to admin via smtplib / MailHog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Bot replies: 'Your request is awaiting approval'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5603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6976" y="1417320"/>
            <a:ext cx="274320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6976" y="1417320"/>
            <a:ext cx="274320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8416" y="14447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2  Admin receives 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1920240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Email subject: [Parking Reservation] New request from {name} — {id}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Body contains: name, plate, dates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Two curl commands: approve or reject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MailHog web UI: http://localhost:8025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176" y="25603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417320"/>
            <a:ext cx="274320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417320"/>
            <a:ext cx="2743200" cy="4114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4447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3  Admin decides (curl)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1920240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curl -X POST .../approve  -H 'Authorization: Bearer &lt;token&gt;'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Or: .../reject  -d '{"reason": "No spaces"}'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Decision stored in PendingStore in-process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Returns 204 on success · 409 if already decided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25603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62288" y="1417320"/>
            <a:ext cx="274320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62288" y="1417320"/>
            <a:ext cx="274320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14447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4  User notified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1920240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User sends any next message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pending_check_node detects decision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Approved: ✅ confirmation with details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Rejected: ❌ message + reason (if given)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486400"/>
            <a:ext cx="11612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532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22 approval unit tests across 5 modules: models · store · notifier · service · API · nodes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API tests use FastAPI TestClient (no real SMTP) · store tests clear module-level dicts for isolation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pending_check_node tested for: approved, rejected+reason, expired, no-pending (normal flow continues)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0807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7A87"/>
                </a:solidFill>
              </a:rPr>
              <a:t>Full walkthrough: specs/002-admin-approval/quickstart.md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What's Next — Stage 2 &amp; 4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0"/>
                </a:solidFill>
              </a:rPr>
              <a:t>Known gaps and planned improvements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36576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365760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447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Add pytest-docker fixture for Milvus integration tests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Wire integration tests into GitHub Actions with services: block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Back-fill relevant_chunk_ids in eval dataset post-ingest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Add OpenAI mock to ingest_documents unit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9664" y="1417320"/>
            <a:ext cx="36576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9664" y="1417320"/>
            <a:ext cx="365760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1104" y="14447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1104" y="1920240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Module-level MilvusVectorStore singleton (one connection per process)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SQLAlchemy engine as long-lived connection pool in FastAPI lifespan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Switch reservation extraction to LLM .with_structured_output()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Store retrieved_chunks as plain dicts (JSON-serialisable for checkpointing)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5008" y="1417320"/>
            <a:ext cx="36576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417320"/>
            <a:ext cx="3657600" cy="4114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4447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Operational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1920240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Request-level INFO log: session_id · intent · latency per request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Force error if ADMIN_TOKEN == 'change-me' in production config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Alembic migrations replacing create_all for production schema management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Human-in-the-loop reservation approval (Stage 3 scope)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3093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Stage 1 ✅ RAG Foundation  ·  Stage 3 ✅ HITL Approval  ·  Stage 2: enhanced retrieval  ·  Stage 4: multi-tenant + production hardening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